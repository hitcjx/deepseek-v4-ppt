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训练方法 Training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数据直接灌入预训练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突破传统"先预训练后微调"范式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行为数据直接参与预训练阶段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原生支持工具调用、多步推理能力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上下文训练策略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渐进式长度扩展：4K → 32K → 128K → 1M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稀疏注意力机制降低计算复杂度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性能对比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代码能力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Codeforces: 3206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LiveCodeBench: 93.5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开源模型中断档领先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数学能力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 数学竞赛: 满分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创意写作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Claude: 45.9% 胜率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承认差距，诚实报告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200400"/>
            <a:ext cx="365760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"某些机制测出来有效，但不知道为什么"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DeepSeek-V4 技术报告</dc:title>
  <dc:subject>PptxGenJS Presentation</dc:subject>
  <dc:creator>DeepSeek Team</dc:creator>
  <cp:lastModifiedBy>DeepSeek Team</cp:lastModifiedBy>
  <cp:revision>1</cp:revision>
  <dcterms:created xsi:type="dcterms:W3CDTF">2026-04-24T14:45:56Z</dcterms:created>
  <dcterms:modified xsi:type="dcterms:W3CDTF">2026-04-24T14:45:56Z</dcterms:modified>
</cp:coreProperties>
</file>