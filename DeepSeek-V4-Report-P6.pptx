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 Summary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核心贡献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mHC 残差升级架构 - 深层网络训练稳定性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Agentic 数据预训练 - 原生工具调用能力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Anticipatory Routing - 动态计算资源分配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SwiGLU Clamping - 数值稳定性优化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1M 上下文窗口 - 实用化长文本处理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DeepSeek-V4: 让普通人用上 1M 上下文的 Agent 模型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DeepSeek-V4 技术报告</dc:title>
  <dc:subject>PptxGenJS Presentation</dc:subject>
  <dc:creator>DeepSeek Team</dc:creator>
  <cp:lastModifiedBy>DeepSeek Team</cp:lastModifiedBy>
  <cp:revision>1</cp:revision>
  <dcterms:created xsi:type="dcterms:W3CDTF">2026-04-24T14:59:14Z</dcterms:created>
  <dcterms:modified xsi:type="dcterms:W3CDTF">2026-04-24T14:59:14Z</dcterms:modified>
</cp:coreProperties>
</file>