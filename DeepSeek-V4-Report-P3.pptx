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定价策略 Pricing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V4-Pro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缓存命中: ¥1 / 百万 tokens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缓存未命中: ¥12 / 百万 tokens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¥24 / 百万 tokens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0" y="14630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V4-Flash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212080" y="2011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缓存命中: ¥0.2 / 百万 tokens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212080" y="24688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缓存未命中: ¥1 / 百万 tokens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212080" y="29260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输出: ¥2 / 百万 tokens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1097280"/>
          </a:xfrm>
          <a:prstGeom prst="rect">
            <a:avLst/>
          </a:prstGeom>
          <a:solidFill>
            <a:srgbClr val="CADCFC"/>
          </a:solidFill>
          <a:ln w="12700">
            <a:solidFill>
              <a:srgbClr val="408E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11480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版本价格仅为 Pro 的 1/5 ~ 1/12，大幅降低使用门槛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定位与愿景 Vision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40080" y="201168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E27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"不是世界最佳，是让普通人用上"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08E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关键特性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1M 上下文窗口 - 处理长文档、代码库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3657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原生 Agent 能力 - 工具调用、多步推理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1148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高性价比 - Flash 版本成本极低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开源友好 - 技术报告完全公开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DeepSeek-V4 技术报告</dc:title>
  <dc:subject>PptxGenJS Presentation</dc:subject>
  <dc:creator>DeepSeek Team</dc:creator>
  <cp:lastModifiedBy>DeepSeek Team</cp:lastModifiedBy>
  <cp:revision>1</cp:revision>
  <dcterms:created xsi:type="dcterms:W3CDTF">2026-04-24T14:49:09Z</dcterms:created>
  <dcterms:modified xsi:type="dcterms:W3CDTF">2026-04-24T14:49:09Z</dcterms:modified>
</cp:coreProperties>
</file>