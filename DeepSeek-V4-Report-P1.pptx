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DeepSeek-V4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Report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24, 2026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0" y="5029200"/>
            <a:ext cx="5486400" cy="45720"/>
          </a:xfrm>
          <a:prstGeom prst="rect">
            <a:avLst/>
          </a:prstGeom>
          <a:solidFill>
            <a:srgbClr val="408EC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概览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核心定位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让普通人用上 1M 上下文的 Agent 模型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关键数据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论文页数: 58 页技术报告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模型版本: V4-Pro / V4-Flash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上下文长度: 1,000,000 tokens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480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Codeforces 评分: 3206 (开源第一)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架构创新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mHC 残差升级架构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改进的残差连接机制，提升深层网络训练稳定性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Anticipatory Routing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预测性路由机制，动态分配计算资源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SwiGLU Clamping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激活值裁剪技术，控制数值范围提升训练效率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DeepSeek-V4 技术报告</dc:title>
  <dc:subject>DeepSeek-V4 Technical Report</dc:subject>
  <dc:creator>DeepSeek Team</dc:creator>
  <cp:lastModifiedBy>DeepSeek Team</cp:lastModifiedBy>
  <cp:revision>1</cp:revision>
  <dcterms:created xsi:type="dcterms:W3CDTF">2026-04-24T13:56:58Z</dcterms:created>
  <dcterms:modified xsi:type="dcterms:W3CDTF">2026-04-24T13:56:58Z</dcterms:modified>
</cp:coreProperties>
</file>