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技术细节：SwiGLU Clamping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激活值裁剪技术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限制 SwiGLU 激活函数的输出范围，稳定训练过程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核心设计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动态阈值：根据训练阶段自适应调整裁剪边界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梯度保护：裁剪区域保持梯度流动，避免 dead neurons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混合精度友好：减少 FP16 训练中的数值溢出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零开销推理：训练时启用，推理时移除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实验结果：长上下文能力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测试基准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Needle in a Haystack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920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 tokens 中定位特定信息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准确率 99.2%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Long Document QA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长文档阅读理解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 87.5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 Repository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跨文件代码理解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Pass@1 78.3%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Multi-hop Reasoning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多跳推理任务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准确率 82.1%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408E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 上下文窗口在实际任务中有效，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而非仅理论支持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DeepSeek-V4 技术报告</dc:title>
  <dc:subject>PptxGenJS Presentation</dc:subject>
  <dc:creator>DeepSeek Team</dc:creator>
  <cp:lastModifiedBy>DeepSeek Team</cp:lastModifiedBy>
  <cp:revision>1</cp:revision>
  <dcterms:created xsi:type="dcterms:W3CDTF">2026-04-24T14:58:41Z</dcterms:created>
  <dcterms:modified xsi:type="dcterms:W3CDTF">2026-04-24T14:58:41Z</dcterms:modified>
</cp:coreProperties>
</file>