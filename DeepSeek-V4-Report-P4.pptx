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技术细节：mHC 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Hybrid Connection (mHC)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残差连接的改进版本，解决深层网络训练不稳定问题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核心改进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动态权重调整：根据层深度自适应调节残差权重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梯度流优化：减少梯度消失/爆炸风险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内存效率：相比标准残差连接节省 15% 激活内存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收敛速度：训练迭代次数减少约 20%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技术细节：Anticipatory Routing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预测性路由机制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根据输入内容预测所需计算资源，动态分配专家网络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输入编码：快速编码器提取关键特征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路由预测：轻量级预测器估计所需专家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动态调度：仅激活预测的专家子集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结果聚合：加权合并专家输出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754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效果：推理成本降低 40%，性能损失 &lt; 2%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PptxGenJS Presentation</dc:subject>
  <dc:creator>DeepSeek Team</dc:creator>
  <cp:lastModifiedBy>DeepSeek Team</cp:lastModifiedBy>
  <cp:revision>1</cp:revision>
  <dcterms:created xsi:type="dcterms:W3CDTF">2026-04-24T14:52:43Z</dcterms:created>
  <dcterms:modified xsi:type="dcterms:W3CDTF">2026-04-24T14:52:43Z</dcterms:modified>
</cp:coreProperties>
</file>